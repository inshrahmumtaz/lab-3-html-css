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4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8" autoAdjust="0"/>
  </p:normalViewPr>
  <p:slideViewPr>
    <p:cSldViewPr snapToGrid="0">
      <p:cViewPr>
        <p:scale>
          <a:sx n="81" d="100"/>
          <a:sy n="81" d="100"/>
        </p:scale>
        <p:origin x="-300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9F92C-78E2-40CE-BB5A-92AFF6B02FE7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685EE-F267-49CD-8F7F-3F81D5360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2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6/18/2025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Programming</a:t>
            </a:r>
            <a:br>
              <a:rPr lang="en-US" dirty="0"/>
            </a:br>
            <a:r>
              <a:rPr lang="en-US" sz="4800" dirty="0"/>
              <a:t>ADO.NET Architecture and Components</a:t>
            </a:r>
          </a:p>
        </p:txBody>
      </p:sp>
    </p:spTree>
    <p:extLst>
      <p:ext uri="{BB962C8B-B14F-4D97-AF65-F5344CB8AC3E}">
        <p14:creationId xmlns:p14="http://schemas.microsoft.com/office/powerpoint/2010/main" val="227343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01"/>
            <a:ext cx="10058400" cy="1609344"/>
          </a:xfrm>
        </p:spPr>
        <p:txBody>
          <a:bodyPr>
            <a:normAutofit/>
          </a:bodyPr>
          <a:lstStyle/>
          <a:p>
            <a:r>
              <a:rPr lang="en-US" sz="4800" b="1" dirty="0"/>
              <a:t>Building and Understanding .NET Core Web APIs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2535" y="1997159"/>
            <a:ext cx="780259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What is a Web API?</a:t>
            </a:r>
          </a:p>
          <a:p>
            <a:r>
              <a:rPr lang="en-US" dirty="0"/>
              <a:t>A Web API (Application Programming Interface) allows applications to communicate over the web using HTTP.</a:t>
            </a:r>
          </a:p>
          <a:p>
            <a:r>
              <a:rPr lang="en-US" dirty="0" smtClean="0"/>
              <a:t>It exposes endpoints to perform CRUD operations on resources.</a:t>
            </a:r>
          </a:p>
          <a:p>
            <a:r>
              <a:rPr lang="en-US" dirty="0" smtClean="0"/>
              <a:t>Commonly used in web, mobile, and desktop apps for server-side communication.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.NET Core Web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Core provides tools to build RESTful APIs using controllers.</a:t>
            </a:r>
          </a:p>
          <a:p>
            <a:r>
              <a:rPr lang="en-US" dirty="0"/>
              <a:t>APIs return data (JSON/XML) instead of HTML views.</a:t>
            </a:r>
          </a:p>
          <a:p>
            <a:r>
              <a:rPr lang="en-US" dirty="0"/>
              <a:t>Lightweight and cross-platform.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4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RESTful API Principles and HTTP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REST (Representational State Transfer)</a:t>
            </a:r>
            <a:r>
              <a:rPr lang="en-US" dirty="0"/>
              <a:t>: Architectural style for distributed systems.</a:t>
            </a:r>
          </a:p>
          <a:p>
            <a:r>
              <a:rPr lang="en-US" b="1" dirty="0"/>
              <a:t>HTTP Methods:</a:t>
            </a:r>
            <a:endParaRPr lang="en-US" dirty="0"/>
          </a:p>
          <a:p>
            <a:pPr lvl="1"/>
            <a:r>
              <a:rPr lang="en-US" dirty="0"/>
              <a:t>GET: Retrieve data</a:t>
            </a:r>
          </a:p>
          <a:p>
            <a:pPr lvl="1"/>
            <a:r>
              <a:rPr lang="en-US" dirty="0"/>
              <a:t>POST: Create new resource</a:t>
            </a:r>
          </a:p>
          <a:p>
            <a:pPr lvl="1"/>
            <a:r>
              <a:rPr lang="en-US" dirty="0"/>
              <a:t>PUT: Update entire resource</a:t>
            </a:r>
          </a:p>
          <a:p>
            <a:pPr lvl="1"/>
            <a:r>
              <a:rPr lang="en-US" dirty="0"/>
              <a:t>PATCH: Update part of a resource</a:t>
            </a:r>
          </a:p>
          <a:p>
            <a:pPr lvl="1"/>
            <a:r>
              <a:rPr lang="en-US" dirty="0"/>
              <a:t>DELETE: Remove resource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3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a .NET Core Web API project.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b="1" dirty="0"/>
              <a:t>Visual Studio</a:t>
            </a:r>
            <a:r>
              <a:rPr lang="en-US" dirty="0"/>
              <a:t> and select </a:t>
            </a:r>
            <a:r>
              <a:rPr lang="en-US" b="1" dirty="0"/>
              <a:t>Create a new project</a:t>
            </a:r>
            <a:r>
              <a:rPr lang="en-US" dirty="0"/>
              <a:t>.</a:t>
            </a:r>
          </a:p>
          <a:p>
            <a:r>
              <a:rPr lang="en-US" dirty="0"/>
              <a:t>Choose </a:t>
            </a:r>
            <a:r>
              <a:rPr lang="en-US" b="1" dirty="0"/>
              <a:t>ASP.NET Core Web API</a:t>
            </a:r>
            <a:r>
              <a:rPr lang="en-US" dirty="0"/>
              <a:t> template.</a:t>
            </a:r>
          </a:p>
          <a:p>
            <a:r>
              <a:rPr lang="en-US" dirty="0"/>
              <a:t>Click </a:t>
            </a:r>
            <a:r>
              <a:rPr lang="en-US" b="1" dirty="0"/>
              <a:t>Next</a:t>
            </a:r>
            <a:r>
              <a:rPr lang="en-US" dirty="0"/>
              <a:t>.</a:t>
            </a:r>
          </a:p>
          <a:p>
            <a:r>
              <a:rPr lang="en-US" dirty="0"/>
              <a:t>Name your project (e.g., </a:t>
            </a:r>
            <a:r>
              <a:rPr lang="en-US" dirty="0" err="1"/>
              <a:t>WeatherApiDemo</a:t>
            </a:r>
            <a:r>
              <a:rPr lang="en-US" dirty="0"/>
              <a:t>) and choose a location.</a:t>
            </a:r>
          </a:p>
          <a:p>
            <a:r>
              <a:rPr lang="en-US" dirty="0"/>
              <a:t>Choose </a:t>
            </a:r>
            <a:r>
              <a:rPr lang="en-US" b="1" dirty="0"/>
              <a:t>.NET version</a:t>
            </a:r>
            <a:r>
              <a:rPr lang="en-US" dirty="0"/>
              <a:t> (e.g., .NET 6 or 7).</a:t>
            </a:r>
          </a:p>
          <a:p>
            <a:r>
              <a:rPr lang="en-US" dirty="0"/>
              <a:t>Keep "Use controllers (uncheck minimal API)" checked.</a:t>
            </a:r>
          </a:p>
          <a:p>
            <a:r>
              <a:rPr lang="en-US" dirty="0"/>
              <a:t>Click </a:t>
            </a:r>
            <a:r>
              <a:rPr lang="en-US" b="1" dirty="0"/>
              <a:t>Create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a .NET Core Web API project.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Structure Overview</a:t>
            </a:r>
          </a:p>
          <a:p>
            <a:r>
              <a:rPr lang="en-US" b="1" dirty="0" smtClean="0"/>
              <a:t>Controllers</a:t>
            </a:r>
            <a:r>
              <a:rPr lang="en-US" dirty="0"/>
              <a:t>: Contains controller classes (e.g., </a:t>
            </a:r>
            <a:r>
              <a:rPr lang="en-US" dirty="0" err="1"/>
              <a:t>WeatherController.cs</a:t>
            </a:r>
            <a:r>
              <a:rPr lang="en-US" dirty="0"/>
              <a:t>).</a:t>
            </a:r>
          </a:p>
          <a:p>
            <a:r>
              <a:rPr lang="en-US" b="1" dirty="0" err="1"/>
              <a:t>Program.cs</a:t>
            </a:r>
            <a:r>
              <a:rPr lang="en-US" dirty="0"/>
              <a:t>: Main file where services are registered and the app is configured.</a:t>
            </a:r>
          </a:p>
          <a:p>
            <a:r>
              <a:rPr lang="en-US" b="1" dirty="0" err="1"/>
              <a:t>appsettings.json</a:t>
            </a:r>
            <a:r>
              <a:rPr lang="en-US" dirty="0"/>
              <a:t>: Configuration file (e.g., connection strings, API keys).</a:t>
            </a:r>
          </a:p>
          <a:p>
            <a:r>
              <a:rPr lang="en-US" b="1" dirty="0" err="1"/>
              <a:t>wwwroot</a:t>
            </a:r>
            <a:r>
              <a:rPr lang="en-US" dirty="0"/>
              <a:t>: Public assets folder (if needed).</a:t>
            </a:r>
          </a:p>
          <a:p>
            <a:r>
              <a:rPr lang="en-US" b="1" dirty="0" err="1"/>
              <a:t>WeatherApp.csproj</a:t>
            </a:r>
            <a:r>
              <a:rPr lang="en-US" dirty="0"/>
              <a:t>: Project file that defines dependencies and framework.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r>
              <a:rPr lang="en-US" dirty="0"/>
              <a:t> This structure helps in separation of concerns, scalability, and maintainability.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41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Controller</a:t>
            </a:r>
            <a:r>
              <a:rPr lang="en-US" dirty="0"/>
              <a:t> </a:t>
            </a:r>
            <a:r>
              <a:rPr lang="en-US" dirty="0" smtClean="0"/>
              <a:t>handles </a:t>
            </a:r>
            <a:r>
              <a:rPr lang="en-US" dirty="0"/>
              <a:t>HTTP requests and returns responses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Step-by-Step in Visual Studio:</a:t>
            </a:r>
          </a:p>
          <a:p>
            <a:r>
              <a:rPr lang="en-US" dirty="0"/>
              <a:t>Right-click the Controllers folder → </a:t>
            </a:r>
            <a:r>
              <a:rPr lang="en-US" b="1" dirty="0"/>
              <a:t>Add</a:t>
            </a:r>
            <a:r>
              <a:rPr lang="en-US" dirty="0"/>
              <a:t> → </a:t>
            </a:r>
            <a:r>
              <a:rPr lang="en-US" b="1" dirty="0"/>
              <a:t>Controller</a:t>
            </a:r>
            <a:r>
              <a:rPr lang="en-US" dirty="0"/>
              <a:t>.</a:t>
            </a:r>
          </a:p>
          <a:p>
            <a:r>
              <a:rPr lang="en-US" dirty="0"/>
              <a:t>Choose </a:t>
            </a:r>
            <a:r>
              <a:rPr lang="en-US" b="1" dirty="0"/>
              <a:t>API Controller - Empty</a:t>
            </a:r>
            <a:r>
              <a:rPr lang="en-US" dirty="0"/>
              <a:t> → Click </a:t>
            </a:r>
            <a:r>
              <a:rPr lang="en-US" b="1" dirty="0"/>
              <a:t>Add</a:t>
            </a:r>
            <a:r>
              <a:rPr lang="en-US" dirty="0"/>
              <a:t>.</a:t>
            </a:r>
          </a:p>
          <a:p>
            <a:r>
              <a:rPr lang="en-US" dirty="0" smtClean="0"/>
              <a:t>Name your controller (e.g., </a:t>
            </a:r>
            <a:r>
              <a:rPr lang="en-US" dirty="0" err="1" smtClean="0"/>
              <a:t>WeatherController.cs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15754" y="1887415"/>
            <a:ext cx="300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15754" y="1887415"/>
            <a:ext cx="300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721970" y="184665"/>
            <a:ext cx="347003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[</a:t>
            </a:r>
            <a:r>
              <a:rPr lang="en-US" dirty="0" err="1"/>
              <a:t>ApiController</a:t>
            </a:r>
            <a:r>
              <a:rPr lang="en-US" dirty="0"/>
              <a:t>]: Indicates this class responds to HTTP API requests.</a:t>
            </a:r>
          </a:p>
          <a:p>
            <a:r>
              <a:rPr lang="en-US" dirty="0"/>
              <a:t>[Route("</a:t>
            </a:r>
            <a:r>
              <a:rPr lang="en-US" dirty="0" err="1"/>
              <a:t>api</a:t>
            </a:r>
            <a:r>
              <a:rPr lang="en-US" dirty="0"/>
              <a:t>/[controller]")]: The route becomes /</a:t>
            </a:r>
            <a:r>
              <a:rPr lang="en-US" dirty="0" err="1"/>
              <a:t>api</a:t>
            </a:r>
            <a:r>
              <a:rPr lang="en-US" dirty="0"/>
              <a:t>/weather.</a:t>
            </a:r>
          </a:p>
          <a:p>
            <a:r>
              <a:rPr lang="en-US" dirty="0" err="1"/>
              <a:t>GetWeather</a:t>
            </a:r>
            <a:r>
              <a:rPr lang="en-US" dirty="0"/>
              <a:t> handles GET requests like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weather?city</a:t>
            </a:r>
            <a:r>
              <a:rPr lang="en-US" dirty="0"/>
              <a:t>=London.</a:t>
            </a:r>
          </a:p>
          <a:p>
            <a:r>
              <a:rPr lang="en-US" dirty="0" err="1"/>
              <a:t>FromQuery</a:t>
            </a:r>
            <a:r>
              <a:rPr lang="en-US" dirty="0"/>
              <a:t>: Reads the city name from the query string.</a:t>
            </a:r>
          </a:p>
          <a:p>
            <a:r>
              <a:rPr lang="en-US" dirty="0"/>
              <a:t>return Ok(weather): Sends a 200 OK response with the weather data.</a:t>
            </a:r>
          </a:p>
          <a:p>
            <a:r>
              <a:rPr lang="en-US" dirty="0"/>
              <a:t>Error handling is done via </a:t>
            </a:r>
            <a:r>
              <a:rPr lang="en-US" dirty="0" err="1"/>
              <a:t>BadRequest</a:t>
            </a:r>
            <a:r>
              <a:rPr lang="en-US" dirty="0"/>
              <a:t> (400) and </a:t>
            </a:r>
            <a:r>
              <a:rPr lang="en-US" dirty="0" err="1"/>
              <a:t>StatusCode</a:t>
            </a:r>
            <a:r>
              <a:rPr lang="en-US" dirty="0"/>
              <a:t> (503) for better user feedback.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51" y="2072081"/>
            <a:ext cx="51149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05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GET Endpoint to Retrieve Data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35" y="2518508"/>
            <a:ext cx="55721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905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Models and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Defining Data Models (DTOs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/>
              <a:t>Data Serialization with JSON</a:t>
            </a:r>
          </a:p>
          <a:p>
            <a:pPr lvl="1"/>
            <a:r>
              <a:rPr lang="en-US" dirty="0"/>
              <a:t>.NET Core uses </a:t>
            </a:r>
            <a:r>
              <a:rPr lang="en-US" dirty="0" err="1"/>
              <a:t>System.Text.Json</a:t>
            </a:r>
            <a:r>
              <a:rPr lang="en-US" dirty="0"/>
              <a:t> for JSON serialization.</a:t>
            </a:r>
          </a:p>
          <a:p>
            <a:pPr lvl="1"/>
            <a:r>
              <a:rPr lang="en-US" dirty="0"/>
              <a:t>Converts C# objects to JSON and vice versa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Content </a:t>
            </a:r>
            <a:r>
              <a:rPr lang="en-US" b="1" dirty="0"/>
              <a:t>Negotiation</a:t>
            </a:r>
          </a:p>
          <a:p>
            <a:pPr lvl="1"/>
            <a:r>
              <a:rPr lang="en-US" dirty="0"/>
              <a:t>Automatically sends response in JSON or XML depending on request Accept header.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868" y="2543908"/>
            <a:ext cx="41243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442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and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Handling </a:t>
            </a:r>
            <a:r>
              <a:rPr lang="en-US" b="1" dirty="0" smtClean="0"/>
              <a:t>Errors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/>
              <a:t>Meaningful Status Codes</a:t>
            </a:r>
          </a:p>
          <a:p>
            <a:pPr lvl="1"/>
            <a:r>
              <a:rPr lang="en-US" dirty="0"/>
              <a:t>200 OK: Successful response</a:t>
            </a:r>
          </a:p>
          <a:p>
            <a:pPr lvl="1"/>
            <a:r>
              <a:rPr lang="en-US" dirty="0"/>
              <a:t>400 Bad Request: Invalid input</a:t>
            </a:r>
          </a:p>
          <a:p>
            <a:pPr lvl="1"/>
            <a:r>
              <a:rPr lang="en-US" dirty="0"/>
              <a:t>404 Not Found: Resource not found</a:t>
            </a:r>
          </a:p>
          <a:p>
            <a:pPr lvl="1"/>
            <a:r>
              <a:rPr lang="en-US" dirty="0"/>
              <a:t>500 Internal Server Error: Server-side error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075" y="2002083"/>
            <a:ext cx="443865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38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Validation and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 Validation with </a:t>
            </a:r>
            <a:r>
              <a:rPr lang="en-US" b="1" dirty="0" smtClean="0"/>
              <a:t>Attributes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dirty="0"/>
              <a:t>[</a:t>
            </a:r>
            <a:r>
              <a:rPr lang="en-US" dirty="0" err="1"/>
              <a:t>ApiController</a:t>
            </a:r>
            <a:r>
              <a:rPr lang="en-US" dirty="0"/>
              <a:t>] and model binding for auto-validation.</a:t>
            </a:r>
          </a:p>
          <a:p>
            <a:r>
              <a:rPr lang="en-US" b="1" dirty="0"/>
              <a:t>Authentication (JWT</a:t>
            </a:r>
            <a:r>
              <a:rPr lang="en-US" b="1" dirty="0" smtClean="0"/>
              <a:t>)</a:t>
            </a:r>
            <a:endParaRPr lang="en-US" b="1" dirty="0"/>
          </a:p>
          <a:p>
            <a:pPr lvl="1"/>
            <a:r>
              <a:rPr lang="en-US" dirty="0"/>
              <a:t>Add JWT support via </a:t>
            </a:r>
            <a:r>
              <a:rPr lang="en-US" dirty="0" err="1"/>
              <a:t>Microsoft.AspNetCore.Authentication.JwtBearer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Configure in </a:t>
            </a:r>
            <a:r>
              <a:rPr lang="en-US" dirty="0" err="1"/>
              <a:t>Program.cs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b="1" dirty="0"/>
              <a:t>Securing Endpoints</a:t>
            </a:r>
          </a:p>
          <a:p>
            <a:pPr lvl="1"/>
            <a:endParaRPr lang="en-US" dirty="0" smtClean="0"/>
          </a:p>
          <a:p>
            <a:endParaRPr 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215" y="2663703"/>
            <a:ext cx="35909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48" y="5129945"/>
            <a:ext cx="5638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019" y="5929313"/>
            <a:ext cx="52292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5434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1410</TotalTime>
  <Words>499</Words>
  <Application>Microsoft Office PowerPoint</Application>
  <PresentationFormat>Custom</PresentationFormat>
  <Paragraphs>89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Wood Type</vt:lpstr>
      <vt:lpstr>Visual Programming ADO.NET Architecture and Components</vt:lpstr>
      <vt:lpstr>Building and Understanding .NET Core Web APIs</vt:lpstr>
      <vt:lpstr>Overview of .NET Core Web API</vt:lpstr>
      <vt:lpstr>RESTful API Principles and HTTP Methods</vt:lpstr>
      <vt:lpstr>Setting up a .NET Core Web API project. </vt:lpstr>
      <vt:lpstr>Setting up a .NET Core Web API project. </vt:lpstr>
      <vt:lpstr>Creating a controller</vt:lpstr>
      <vt:lpstr>Creating a controller</vt:lpstr>
      <vt:lpstr>Implementing a GET Endpoint to Retrieve Data</vt:lpstr>
      <vt:lpstr>Data Models and Serialization</vt:lpstr>
      <vt:lpstr>Error Handling and Status Codes</vt:lpstr>
      <vt:lpstr>Request Validation and Authentication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Programming Databases in Blazor (with ADO.NET focus)</dc:title>
  <dc:creator>Test</dc:creator>
  <cp:lastModifiedBy>Ehtisham UL Haq</cp:lastModifiedBy>
  <cp:revision>60</cp:revision>
  <dcterms:created xsi:type="dcterms:W3CDTF">2025-04-22T17:38:41Z</dcterms:created>
  <dcterms:modified xsi:type="dcterms:W3CDTF">2025-06-18T04:29:52Z</dcterms:modified>
</cp:coreProperties>
</file>