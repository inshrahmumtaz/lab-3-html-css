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  <a:cs typeface="Times New Roman" panose="02020603050405020304" charset="0"/>
              </a:rPr>
              <a:t>Visual Programming</a:t>
            </a:r>
            <a:endParaRPr lang="en-US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Week 2</a:t>
            </a:r>
            <a:endParaRPr lang="en-US"/>
          </a:p>
          <a:p>
            <a:r>
              <a:rPr lang="en-US"/>
              <a:t>Lecture 2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Introduction to Classes and Objects in C#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class is a blueprint for creating objects. It defines properties (variables) and behaviors (methods) that objects of the class will have.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An object is an instance of a class. It holds the data and behavior defined in the class.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just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81140" y="3181985"/>
            <a:ext cx="4362450" cy="1638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2915" y="653415"/>
            <a:ext cx="6468110" cy="39471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80" y="1151255"/>
            <a:ext cx="4025900" cy="367474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21335" y="4977130"/>
            <a:ext cx="7628255" cy="13214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 b="1">
                <a:latin typeface="Times New Roman" panose="02020603050405020304" charset="0"/>
                <a:cs typeface="Times New Roman" panose="02020603050405020304" charset="0"/>
              </a:rPr>
              <a:t>Purpose:</a:t>
            </a:r>
            <a:endParaRPr sz="24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Classes help in organizing code.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Objects allow data and methods to be encapsulated together.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410" y="137160"/>
            <a:ext cx="10515600" cy="803275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Key Components of a Class in C#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20" y="1131570"/>
            <a:ext cx="11494770" cy="5588000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class consists of: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Fields (Instance Variables) - Data members that hold values.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Methods - Functions that define the behavior of the class.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Properties - Encapsulation of fields using get and set.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Constructors - Special methods to initialize objects.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Destructors - Clean up when an object is deleted.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0955" y="2023110"/>
            <a:ext cx="2947035" cy="4752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20" y="60960"/>
            <a:ext cx="10515600" cy="803275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Access Modifiers in C# Classes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230" y="1017270"/>
            <a:ext cx="11703685" cy="5588000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Access modifiers control the visibility/accessibility of class members.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/>
          </a:p>
          <a:p>
            <a:endParaRPr lang="en-US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796290" y="2255520"/>
          <a:ext cx="10866120" cy="3075940"/>
        </p:xfrm>
        <a:graphic>
          <a:graphicData uri="http://schemas.openxmlformats.org/drawingml/2006/table">
            <a:tbl>
              <a:tblPr/>
              <a:tblGrid>
                <a:gridCol w="5433060"/>
                <a:gridCol w="5433060"/>
              </a:tblGrid>
              <a:tr h="439420">
                <a:tc>
                  <a:txBody>
                    <a:bodyPr/>
                    <a:p>
                      <a:pPr algn="ctr"/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Modifier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2400" b="1">
                          <a:latin typeface="Times New Roman" panose="02020603050405020304" charset="0"/>
                          <a:cs typeface="Times New Roman" panose="02020603050405020304" charset="0"/>
                        </a:rPr>
                        <a:t>Scope</a:t>
                      </a:r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algn="ctr"/>
                      <a:endParaRPr sz="2400" b="1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public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Accessible anywhere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private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Accessible only within the class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protected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Accessible in the class and derived classes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9420">
                <a:tc>
                  <a:txBody>
                    <a:bodyPr/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83460" y="1397000"/>
            <a:ext cx="78613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985" y="99060"/>
            <a:ext cx="10515600" cy="1325563"/>
          </a:xfrm>
        </p:spPr>
        <p:txBody>
          <a:bodyPr>
            <a:norm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Constructors and Destructors in C#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170" y="1245235"/>
            <a:ext cx="11009630" cy="4932045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Special methods with the same name as the class.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Used for initializing objects.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Types of Constructors: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Default Constructor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Parameterized Constructor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Copy Constructor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r="15813"/>
          <a:stretch>
            <a:fillRect/>
          </a:stretch>
        </p:blipFill>
        <p:spPr>
          <a:xfrm>
            <a:off x="4767580" y="1676400"/>
            <a:ext cx="4580890" cy="40697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r="19531"/>
          <a:stretch>
            <a:fillRect/>
          </a:stretch>
        </p:blipFill>
        <p:spPr>
          <a:xfrm>
            <a:off x="7399655" y="4956810"/>
            <a:ext cx="4792345" cy="179260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020" y="446405"/>
            <a:ext cx="10685780" cy="5730875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destructor cleans up resources before the object is deleted.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Defined using ~ClassName().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10" y="1981200"/>
            <a:ext cx="5248275" cy="386524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420485" y="5609908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Used for resource management.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285" y="99060"/>
            <a:ext cx="10515600" cy="888365"/>
          </a:xfrm>
        </p:spPr>
        <p:txBody>
          <a:bodyPr/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What is an Interface?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1820" y="875030"/>
            <a:ext cx="11294110" cy="5796915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An interface in C#: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Defines a contract (set of methods and properties) that implementing classes must follow.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Does not contain implementations 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910" y="1928495"/>
            <a:ext cx="4822825" cy="4890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0960"/>
            <a:ext cx="10515600" cy="935990"/>
          </a:xfrm>
        </p:spPr>
        <p:txBody>
          <a:bodyPr>
            <a:normAutofit/>
          </a:bodyPr>
          <a:p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Types of Constructors in C# 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120" y="1075055"/>
            <a:ext cx="11028680" cy="5102225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1. Default Constructor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default constructor is a constructor that does not take any parameters. It initializes an object with default values.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2519045"/>
            <a:ext cx="6171565" cy="40290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475" y="3329940"/>
            <a:ext cx="6385560" cy="76390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710" y="5336540"/>
            <a:ext cx="1734185" cy="13487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70" y="257175"/>
            <a:ext cx="11047730" cy="6290310"/>
          </a:xfrm>
        </p:spPr>
        <p:txBody>
          <a:bodyPr/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2. Parameterized Constructor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 parameterized constructor takes arguments to initialize an object with specific values.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85" y="1844675"/>
            <a:ext cx="5670550" cy="42532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435" y="3045460"/>
            <a:ext cx="6061710" cy="58039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860" y="5472430"/>
            <a:ext cx="1381760" cy="10750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2405" y="151765"/>
            <a:ext cx="11161395" cy="6025515"/>
          </a:xfrm>
        </p:spPr>
        <p:txBody>
          <a:bodyPr/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3. Copy Constructor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A copy constructor creates a new object by copying an existing object’s values.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970" y="2195195"/>
            <a:ext cx="5132070" cy="3114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0695" y="3369945"/>
            <a:ext cx="6311265" cy="10680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5807710" y="4993640"/>
            <a:ext cx="5546090" cy="142367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Key Points: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Used to copy an object's data to a new object.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Useful when duplicating objects.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950" y="5603240"/>
            <a:ext cx="1353185" cy="1052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635" y="322580"/>
            <a:ext cx="10972165" cy="58547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Class Task : Number Guessing Game (while loop)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Objective: Implement a simple guessing game using a while loop.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Instructions: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Generate a random number between 1 and 50.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Ask the user to guess the number.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 a while loop to keep prompting the user until they guess correctly.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Provide hints (Too high! or Too low!).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28545" y="5134610"/>
            <a:ext cx="9265285" cy="7067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Random random = new Random(); 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int targetNumber = random.Next(1, 51); // Generates a</a:t>
            </a:r>
            <a:r>
              <a:rPr lang="en-US" sz="20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random number between 1 and 50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560" y="560070"/>
            <a:ext cx="10810240" cy="561721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atin typeface="Times New Roman" panose="02020603050405020304" charset="0"/>
                <a:cs typeface="Times New Roman" panose="02020603050405020304" charset="0"/>
              </a:rPr>
              <a:t>Class Task : Count Vowels in a String (foreach loop)</a:t>
            </a:r>
            <a:endParaRPr lang="en-US" altLang="en-US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Objective: Count the number of vowels in a string.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Instructions: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Ask the user for a string.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Use a foreach loop to check each character.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Count and print the number of vowels (a, e, i, o, u).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685" y="274955"/>
            <a:ext cx="10953115" cy="5902325"/>
          </a:xfrm>
        </p:spPr>
        <p:txBody>
          <a:bodyPr/>
          <a:p>
            <a:pPr marL="0" indent="0">
              <a:buNone/>
            </a:pPr>
            <a:r>
              <a:rPr lang="en-US" altLang="en-US" sz="3200" b="1">
                <a:latin typeface="Times New Roman" panose="02020603050405020304" charset="0"/>
                <a:cs typeface="Times New Roman" panose="02020603050405020304" charset="0"/>
              </a:rPr>
              <a:t>Class Task: Check if a Number is Prime</a:t>
            </a: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Objective: Determine if a number is prime using a loop.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Instructions: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Ask the user for a number.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Use a for loop to check divisibility.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200">
                <a:latin typeface="Times New Roman" panose="02020603050405020304" charset="0"/>
                <a:cs typeface="Times New Roman" panose="02020603050405020304" charset="0"/>
              </a:rPr>
              <a:t>Print whether the number is prime or not.</a:t>
            </a:r>
            <a:endParaRPr lang="en-US" altLang="en-US"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20" y="228600"/>
            <a:ext cx="10990580" cy="5948680"/>
          </a:xfrm>
        </p:spPr>
        <p:txBody>
          <a:bodyPr/>
          <a:p>
            <a:pPr marL="0" indent="0">
              <a:buNone/>
            </a:pPr>
            <a:r>
              <a:rPr lang="en-US" altLang="en-US" sz="3600" b="1">
                <a:latin typeface="Times New Roman" panose="02020603050405020304" charset="0"/>
                <a:cs typeface="Times New Roman" panose="02020603050405020304" charset="0"/>
              </a:rPr>
              <a:t>Class Task: Find Row Sum in a 2D Array</a:t>
            </a: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36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Objective: Calculate the sum of each row in a 2D array.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Instructions: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Define a 3x3 matrix.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Use nested loops to sum each row separately.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3600">
                <a:latin typeface="Times New Roman" panose="02020603050405020304" charset="0"/>
                <a:cs typeface="Times New Roman" panose="02020603050405020304" charset="0"/>
              </a:rPr>
              <a:t>Print row-wise sums.</a:t>
            </a:r>
            <a:endParaRPr lang="en-US" altLang="en-US" sz="36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55*241"/>
  <p:tag name="TABLE_ENDDRAG_RECT" val="62*177*855*24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2961</Words>
  <Application>WPS Presentation</Application>
  <PresentationFormat>Widescreen</PresentationFormat>
  <Paragraphs>125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Times New Roman</vt:lpstr>
      <vt:lpstr>Arial</vt:lpstr>
      <vt:lpstr>Calibri</vt:lpstr>
      <vt:lpstr>Microsoft YaHei</vt:lpstr>
      <vt:lpstr>Arial Unicode MS</vt:lpstr>
      <vt:lpstr>Calibri Light</vt:lpstr>
      <vt:lpstr>Office Theme</vt:lpstr>
      <vt:lpstr>Visual Programming</vt:lpstr>
      <vt:lpstr>Introduction to Classes and Objects in C#</vt:lpstr>
      <vt:lpstr>PowerPoint 演示文稿</vt:lpstr>
      <vt:lpstr>Key Components of a Class in C#</vt:lpstr>
      <vt:lpstr>Access Modifiers in C# Classes</vt:lpstr>
      <vt:lpstr>PowerPoint 演示文稿</vt:lpstr>
      <vt:lpstr>Constructors and Destructors in C#</vt:lpstr>
      <vt:lpstr>PowerPoint 演示文稿</vt:lpstr>
      <vt:lpstr>What is an Interface?</vt:lpstr>
      <vt:lpstr>Types of Constructors in C#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 Programming</dc:title>
  <dc:creator/>
  <cp:lastModifiedBy>Eeman Fatima</cp:lastModifiedBy>
  <cp:revision>5</cp:revision>
  <dcterms:created xsi:type="dcterms:W3CDTF">2025-02-19T00:34:00Z</dcterms:created>
  <dcterms:modified xsi:type="dcterms:W3CDTF">2025-02-19T06:06:59Z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A7CB728C3995449E944B28AB23B9C728_11</vt:lpwstr>
  </property>
  <property fmtid="{D5CDD505-2E9C-101B-9397-08002B2CF9AE}" pid="3" name="KSOProductBuildVer">
    <vt:lpwstr>1033-12.2.0.19805</vt:lpwstr>
  </property>
</Properties>
</file>