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1" r:id="rId9"/>
    <p:sldId id="265" r:id="rId10"/>
    <p:sldId id="277" r:id="rId11"/>
    <p:sldId id="264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8" r:id="rId23"/>
    <p:sldId id="29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Visual Programming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Lecture 2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Week 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2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What is the Event Driven Programming Paradigm ?</a:t>
            </a:r>
            <a:endParaRPr lang="en-US" altLang="en-US" sz="32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p>
            <a:pPr marL="0" indent="0" algn="just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Event-driven programming is a paradigm where the execution of a program is determined by events such as user actions. 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Programs respond to events with predefined actions, allowing for responsive behavior, often seen in GUI applications 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172200" y="2273935"/>
            <a:ext cx="5181600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685" y="294005"/>
            <a:ext cx="11181080" cy="6216015"/>
          </a:xfrm>
        </p:spPr>
        <p:txBody>
          <a:bodyPr/>
          <a:p>
            <a:pPr marL="0" indent="0" algn="ctr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Events: These can be user inputs, system-generated notifications, or messages from other applications.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Examples of Event-Driven Programming: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GUI Applications: Button clicks, mouse movements, and text input in applications like web browsers or mobile apps.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Game Development: Responding to player actions, collisions, or AI decisions.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Web Development: Handling user interactions, API responses, or real-time data updates (e.g., JavaScript with Node.js).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IoT Systems: Reacting to sensor data like temperature changes.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260" y="688340"/>
            <a:ext cx="10515600" cy="1325563"/>
          </a:xfrm>
        </p:spPr>
        <p:txBody>
          <a:bodyPr/>
          <a:p>
            <a:r>
              <a:rPr lang="en-US" altLang="en-US" sz="3600">
                <a:latin typeface="Times New Roman" panose="02020603050405020304" charset="0"/>
                <a:cs typeface="Times New Roman" panose="02020603050405020304" charset="0"/>
              </a:rPr>
              <a:t>Visual Programming</a:t>
            </a:r>
            <a:endParaRPr lang="en-US" alt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454390" y="4064635"/>
            <a:ext cx="3101340" cy="21336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41020" y="1687195"/>
            <a:ext cx="10821670" cy="2900680"/>
          </a:xfrm>
          <a:prstGeom prst="rect">
            <a:avLst/>
          </a:prstGeom>
        </p:spPr>
        <p:txBody>
          <a:bodyPr>
            <a:noAutofit/>
          </a:bodyPr>
          <a:p>
            <a:pPr algn="just"/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Visual Programming is a programming paradigm that allows users to create programs by manipulating graphical elements rather than writing text-based code. It enables developers to design applications using drag-and-drop components, and UI-based interactions.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220" y="656590"/>
            <a:ext cx="10990580" cy="5520690"/>
          </a:xfrm>
        </p:spPr>
        <p:txBody>
          <a:bodyPr/>
          <a:p>
            <a:pPr marL="0" indent="0" algn="just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Key Features of Visual Programming: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Graphical Representation – Uses icons, diagrams, and blocks instead of traditional text-based coding.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Event-Driven Approach – Often responds to user actions like button clicks, drag-and-drop operations, and UI interactions.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Simplifies Development – Easier for beginners and non-programmers to understand.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Rapid Application Development (RAD) – Speeds up development by allowing visual design of UI and logic.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Common in GUI Development – Used in desktop, mobile, and web applications.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435" y="108585"/>
            <a:ext cx="10515600" cy="1325563"/>
          </a:xfrm>
        </p:spPr>
        <p:txBody>
          <a:bodyPr/>
          <a:p>
            <a:pPr algn="ctr"/>
            <a:r>
              <a:rPr lang="en-US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C# other than in .Net (How learning C# can benefit)</a:t>
            </a:r>
            <a:endParaRPr lang="en-US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140" y="1122680"/>
            <a:ext cx="11588115" cy="535813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Godot 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🔹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What is it?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 lightweight open-source game engine that supports C#.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Alternative to Unity for game developers.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🔹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Use Cases: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 2D and 3D game development.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610" y="279400"/>
            <a:ext cx="10515600" cy="736600"/>
          </a:xfrm>
        </p:spPr>
        <p:txBody>
          <a:bodyPr/>
          <a:p>
            <a:pPr algn="ctr"/>
            <a:r>
              <a:rPr lang="en-US" sz="2400" b="1">
                <a:latin typeface="Times New Roman" panose="02020603050405020304" charset="0"/>
                <a:cs typeface="Times New Roman" panose="02020603050405020304" charset="0"/>
              </a:rPr>
              <a:t>C# other than in .Net (How learning C# can benefit)</a:t>
            </a:r>
            <a:endParaRPr 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145" y="1197610"/>
            <a:ext cx="11370310" cy="5464810"/>
          </a:xfrm>
        </p:spPr>
        <p:txBody>
          <a:bodyPr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Unity (Game Development Engine)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🔹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What is it?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 popular game engine that uses C# 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Supports PC, console, mobile, and VR development.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015" y="2590165"/>
            <a:ext cx="4864735" cy="272415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724785" y="493395"/>
            <a:ext cx="60960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Object-Oriented Programming (OOP) in C# – Basics</a:t>
            </a:r>
            <a:endParaRPr lang="en-US" altLang="en-US" sz="3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8985" y="368300"/>
            <a:ext cx="10651490" cy="5873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0"/>
            <a:ext cx="10988040" cy="1044575"/>
          </a:xfrm>
        </p:spPr>
        <p:txBody>
          <a:bodyPr/>
          <a:p>
            <a:pPr algn="ctr"/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</a:rPr>
              <a:t>Object-Oriented Programming (OOP) in C# – Basics</a:t>
            </a:r>
            <a:endParaRPr lang="en-US" alt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835" y="930275"/>
            <a:ext cx="11654155" cy="5750560"/>
          </a:xfrm>
        </p:spPr>
        <p:txBody>
          <a:bodyPr>
            <a:normAutofit lnSpcReduction="10000"/>
          </a:bodyPr>
          <a:p>
            <a:pPr marL="0" indent="0" algn="just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C# is a object-oriented programming (OOP) language that follows four fundamental OOP principles: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Encapsulation : Hiding data and restricting access using classes and access modifiers. Removing access to parts of your code and making things private is exactly what Encapsulation is all about.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Abstraction : Hiding complex implementation details and exposing only relevant parts through function calls or objects method calls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Inheritance : Allowing one class to inherit from another (code reuse). Inheritance lets one object acquire the properties and methods of another object.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Polymorphism : Enabling a method or function to have different behaviors. Types in the same inheritance chains being able to do different things.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770" y="72390"/>
            <a:ext cx="10515600" cy="1325563"/>
          </a:xfrm>
        </p:spPr>
        <p:txBody>
          <a:bodyPr/>
          <a:p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1. Classes and Objects</a:t>
            </a:r>
            <a:endParaRPr lang="en-US" altLang="en-US" sz="3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135" y="1085215"/>
            <a:ext cx="11418570" cy="561530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 class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is a blueprint, and an object is an instance of a class.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class Car { // Class definition</a:t>
            </a:r>
            <a:endParaRPr lang="en-US" altLang="en-US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public string Brand;  // Data member</a:t>
            </a:r>
            <a:endParaRPr lang="en-US" altLang="en-US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public void DisplayInfo()  // Method</a:t>
            </a:r>
            <a:endParaRPr lang="en-US" altLang="en-US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{</a:t>
            </a:r>
            <a:endParaRPr lang="en-US" altLang="en-US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Console.WriteLine($"Car: {Brand}");</a:t>
            </a:r>
            <a:endParaRPr lang="en-US" altLang="en-US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}</a:t>
            </a:r>
            <a:endParaRPr lang="en-US" altLang="en-US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}</a:t>
            </a:r>
            <a:endParaRPr lang="en-US" altLang="en-US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C# does not use a colon (:) to specify access levels for class members. Instead, each member has an explicit access modifier.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470" y="303530"/>
            <a:ext cx="10895330" cy="5873750"/>
          </a:xfrm>
        </p:spPr>
        <p:txBody>
          <a:bodyPr/>
          <a:p>
            <a:pPr marL="0" indent="0">
              <a:buNone/>
            </a:pP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class Program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static void Main()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{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Car myCar = new Car();  // Creating an object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myCar.Brand = "Toyota";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myCar.DisplayInfo();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}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}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</a:rPr>
              <a:t>2. Encapsulation (Data Hiding)</a:t>
            </a:r>
            <a:br>
              <a:rPr lang="en-US" altLang="en-US" sz="3200" b="1">
                <a:latin typeface="Times New Roman" panose="02020603050405020304" charset="0"/>
                <a:cs typeface="Times New Roman" panose="02020603050405020304" charset="0"/>
              </a:rPr>
            </a:br>
            <a:endParaRPr lang="en-US" alt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645" y="1103630"/>
            <a:ext cx="11475720" cy="5520055"/>
          </a:xfrm>
        </p:spPr>
        <p:txBody>
          <a:bodyPr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Encapsulation means keeping fields private and exposing them through public properties (getters and setters).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Example: 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private string brand;  // Private field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public string Brand   // Public property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{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get { return brand; }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set { brand = value; }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}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220" y="446405"/>
            <a:ext cx="10990580" cy="5730875"/>
          </a:xfrm>
        </p:spPr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What is a Property in C#?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 property in C# acts as an intermediary between a private field and external access. It provides a getter (to read the value) and a setter (to modify the value) while enforcing validation or logic if needed.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class Car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private string brand;  // Private data member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public string Brand   // Property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{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get { return brand; }  // Getter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set { brand = value; } // Setter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}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}</a:t>
            </a: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152005" y="3253105"/>
            <a:ext cx="3956050" cy="12344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Car c = new Car();</a:t>
            </a:r>
            <a:endParaRPr lang="en-US" sz="24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c.Brand= “Honda”;</a:t>
            </a:r>
            <a:endParaRPr lang="en-US" sz="24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Console.WriteLine(c.Brand);</a:t>
            </a:r>
            <a:endParaRPr lang="en-US" sz="24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4675"/>
            <a:ext cx="10515600" cy="584835"/>
          </a:xfrm>
        </p:spPr>
        <p:txBody>
          <a:bodyPr>
            <a:normAutofit fontScale="90000"/>
          </a:bodyPr>
          <a:p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3.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Polymorphism in C#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455" y="1673225"/>
            <a:ext cx="11829415" cy="4902200"/>
          </a:xfrm>
        </p:spPr>
        <p:txBody>
          <a:bodyPr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Polymorphism means "many forms", allowing the same function name or operator to behave differently based on the context.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C# supports two types of polymorphism: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Compile-time polymorphism (Method Overloading, Operator Overloading)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Run-time polymorphism (Method Overriding, Interface Implementation)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120" y="298450"/>
            <a:ext cx="10515600" cy="736600"/>
          </a:xfrm>
        </p:spPr>
        <p:txBody>
          <a:bodyPr/>
          <a:p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1. Compile-Time Polymorphism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820" y="1178560"/>
            <a:ext cx="11675110" cy="5407025"/>
          </a:xfrm>
        </p:spPr>
        <p:txBody>
          <a:bodyPr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Compile-time polymorphism occurs when method binding happens at compile time.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📌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Method Overloading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zh-CN" altLang="en-US">
                <a:solidFill>
                  <a:srgbClr val="FFFF00"/>
                </a:solidFill>
                <a:latin typeface="Times New Roman" panose="02020603050405020304" charset="0"/>
                <a:cs typeface="Times New Roman" panose="02020603050405020304" charset="0"/>
              </a:rPr>
              <a:t>👉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Same method name, different parameters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4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int Add(int a, int b) =&gt; a + b;   // 2 int parameters</a:t>
            </a:r>
            <a:endParaRPr lang="en-US" altLang="en-US" sz="24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4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double Add(double a, double b) =&gt; a + b;  // 2 double parameters</a:t>
            </a:r>
            <a:endParaRPr lang="en-US" altLang="en-US" sz="24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4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int Add(int a, int b, int c) =&gt; a + b + c; // 3 parameters</a:t>
            </a:r>
            <a:endParaRPr lang="en-US" altLang="en-US" sz="24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7060" y="3575685"/>
            <a:ext cx="8094345" cy="149987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3775710" y="5269865"/>
            <a:ext cx="8110220" cy="131572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>
            <a:noAutofit/>
          </a:bodyPr>
          <a:p>
            <a:r>
              <a:rPr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Console.WriteLine</a:t>
            </a:r>
            <a:r>
              <a:rPr lang="en-US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Add(5, 3)); // Calls int version → Output: 8</a:t>
            </a:r>
            <a:endParaRPr sz="2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Console.WriteLine(Add(2.5, 3.5)); // Calls double version → Output: 6.0 Console.WriteLine(Add(1, 2, 3)); // Calls 3-parameter version → Output: 6</a:t>
            </a:r>
            <a:endParaRPr sz="2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18745"/>
            <a:ext cx="11170920" cy="935990"/>
          </a:xfrm>
        </p:spPr>
        <p:txBody>
          <a:bodyPr/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2. Run-Time Polymorphism (Method Overriding &amp; Interfaces)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932180"/>
            <a:ext cx="11893550" cy="5796915"/>
          </a:xfrm>
        </p:spPr>
        <p:txBody>
          <a:bodyPr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Run-time polymorphism occurs when method binding happens at runtime.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It is achieved through: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 Method Overriding (Virtual Methods)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 Interface Implementation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📌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Method Overriding (Using Virtual and Override Keywords)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👉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Base and Derived classes have the same method, but the derived class provides a new implementation.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820410" y="4165600"/>
            <a:ext cx="6049645" cy="258445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class Program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{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static void Main()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{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Animal myAnimal = new Dog();  // Polymorphic behavior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myAnimal.MakeSound();  // Output: Woof Woof!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}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}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02870" y="208915"/>
            <a:ext cx="6944360" cy="38576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class Animal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{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public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virtual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void MakeSound()  // Virtual method in base class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{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Console.WriteLine("Animal makes a sound");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}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}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class Dog : Animal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{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public 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override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void MakeSound()  // Overriding the base class method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{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Console.WriteLine("Woof Woof!"); }}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102870" y="6084570"/>
            <a:ext cx="545973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✔ Base class reference calls derived class method at runtime.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✔ Uses virtual in base class &amp; override in derived class.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285" y="332740"/>
            <a:ext cx="10978515" cy="5844540"/>
          </a:xfrm>
        </p:spPr>
        <p:txBody>
          <a:bodyPr/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</a:rPr>
              <a:t>📌</a:t>
            </a:r>
            <a:r>
              <a:rPr lang="en-US" altLang="en-US"/>
              <a:t> Interface-Based Polymorphism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4336415" y="779145"/>
            <a:ext cx="7512685" cy="56311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interface IAnimal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 void MakeSound();  // Abstract method (must be implemented by classes)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}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class Cat : IAnimal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 public void MakeSound()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 {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     Console.WriteLine("Meow Meow!");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 }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}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class Dog : IAnimal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 public void MakeSound()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 {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     Console.WriteLine("Woof Woof!");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 }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}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36220" y="583977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You cannot instantiate an interface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ctr"/>
            <a:r>
              <a:rPr lang="en-US" sz="3600" b="1">
                <a:latin typeface="Times New Roman" panose="02020603050405020304" charset="0"/>
                <a:cs typeface="Times New Roman" panose="02020603050405020304" charset="0"/>
              </a:rPr>
              <a:t>Types of Inheritance in C#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1"/>
            </p:custDataLst>
          </p:nvPr>
        </p:nvGraphicFramePr>
        <p:xfrm>
          <a:off x="838200" y="1825625"/>
          <a:ext cx="10515600" cy="26289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657225">
                <a:tc>
                  <a:txBody>
                    <a:bodyPr/>
                    <a:p>
                      <a:r>
                        <a:rPr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Inheritance Type</a:t>
                      </a:r>
                      <a:endParaRPr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Supported in C#?</a:t>
                      </a:r>
                      <a:endParaRPr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Default Access</a:t>
                      </a:r>
                      <a:endParaRPr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Behavior</a:t>
                      </a:r>
                      <a:endParaRPr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7225"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Public (Dog : Animal)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✅ Yes (default)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public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Inherited members retain original access level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7225"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Private (Dog : private Animal)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❌ Not allowed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N/A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C# does not support private inheritance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7225"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Protected (Dog : protected Animal)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❌ Not allowed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N/A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C# does not support protected inheritance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Inheritance will be continued in next lecture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Task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514350" indent="-514350">
              <a:buAutoNum type="arabicPeriod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Find the famous applications developed in C#.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Why certain .Net programming languages are better than others. Give real world examples.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8*206"/>
  <p:tag name="TABLE_ENDDRAG_RECT" val="66*143*828*20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6806</Words>
  <Application>WPS Presentation</Application>
  <PresentationFormat>Widescreen</PresentationFormat>
  <Paragraphs>257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SimSun</vt:lpstr>
      <vt:lpstr>Wingdings</vt:lpstr>
      <vt:lpstr>Times New Roman</vt:lpstr>
      <vt:lpstr>Microsoft YaHei</vt:lpstr>
      <vt:lpstr>Arial Unicode MS</vt:lpstr>
      <vt:lpstr>Calibri Light</vt:lpstr>
      <vt:lpstr>Calibri</vt:lpstr>
      <vt:lpstr>Office Theme</vt:lpstr>
      <vt:lpstr>Visual Programming</vt:lpstr>
      <vt:lpstr>What is the Event Driven Programming Paradigm ?</vt:lpstr>
      <vt:lpstr>PowerPoint 演示文稿</vt:lpstr>
      <vt:lpstr>Visual Programming</vt:lpstr>
      <vt:lpstr>PowerPoint 演示文稿</vt:lpstr>
      <vt:lpstr>C# other than in .Net (How learning C# can benefit)</vt:lpstr>
      <vt:lpstr>C# other than in .Net (How learning C# can benefit)</vt:lpstr>
      <vt:lpstr>PowerPoint 演示文稿</vt:lpstr>
      <vt:lpstr>PowerPoint 演示文稿</vt:lpstr>
      <vt:lpstr>Object-Oriented Programming (OOP) in C# – Basics</vt:lpstr>
      <vt:lpstr>1. Classes and Objects</vt:lpstr>
      <vt:lpstr>PowerPoint 演示文稿</vt:lpstr>
      <vt:lpstr>2. Encapsulation (Data Hiding) </vt:lpstr>
      <vt:lpstr>PowerPoint 演示文稿</vt:lpstr>
      <vt:lpstr>3. Polymorphism in C#</vt:lpstr>
      <vt:lpstr>1. Compile-Time Polymorphism</vt:lpstr>
      <vt:lpstr>2. Run-Time Polymorphism (Method Overriding &amp; Interfaces)</vt:lpstr>
      <vt:lpstr>PowerPoint 演示文稿</vt:lpstr>
      <vt:lpstr>PowerPoint 演示文稿</vt:lpstr>
      <vt:lpstr>Types of Inheritance in C#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Programming</dc:title>
  <dc:creator/>
  <cp:lastModifiedBy>Test</cp:lastModifiedBy>
  <cp:revision>39</cp:revision>
  <dcterms:created xsi:type="dcterms:W3CDTF">2025-02-11T19:42:00Z</dcterms:created>
  <dcterms:modified xsi:type="dcterms:W3CDTF">2025-02-12T06:51:31Z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04AA1F582C464836A31792F4BC1B01EC_11</vt:lpwstr>
  </property>
  <property fmtid="{D5CDD505-2E9C-101B-9397-08002B2CF9AE}" pid="3" name="KSOProductBuildVer">
    <vt:lpwstr>1033-12.2.0.19805</vt:lpwstr>
  </property>
</Properties>
</file>