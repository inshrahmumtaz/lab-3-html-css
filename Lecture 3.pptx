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1" autoAdjust="0"/>
    <p:restoredTop sz="94660"/>
  </p:normalViewPr>
  <p:slideViewPr>
    <p:cSldViewPr snapToGrid="0">
      <p:cViewPr varScale="1">
        <p:scale>
          <a:sx n="53" d="100"/>
          <a:sy n="53" d="100"/>
        </p:scale>
        <p:origin x="18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5" Type="http://schemas.openxmlformats.org/officeDocument/2006/relationships/tableStyles" Target="tableStyles.xml"/><Relationship Id="rId34" Type="http://schemas.openxmlformats.org/officeDocument/2006/relationships/viewProps" Target="viewProps.xml"/><Relationship Id="rId33" Type="http://schemas.openxmlformats.org/officeDocument/2006/relationships/presProps" Target="presProps.xml"/><Relationship Id="rId32" Type="http://schemas.openxmlformats.org/officeDocument/2006/relationships/slide" Target="slides/slide30.xml"/><Relationship Id="rId31" Type="http://schemas.openxmlformats.org/officeDocument/2006/relationships/slide" Target="slides/slide29.xml"/><Relationship Id="rId30" Type="http://schemas.openxmlformats.org/officeDocument/2006/relationships/slide" Target="slides/slide28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1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2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3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4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5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6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7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8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9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0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1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2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3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4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5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6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7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8.png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Visual Programming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>
                <a:latin typeface="Times New Roman" panose="02020603050405020304" charset="0"/>
                <a:cs typeface="Times New Roman" panose="02020603050405020304" charset="0"/>
                <a:sym typeface="+mn-ea"/>
              </a:rPr>
              <a:t>Lecture 1</a:t>
            </a:r>
            <a:endParaRPr lang="en-US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>
                <a:latin typeface="Times New Roman" panose="02020603050405020304" charset="0"/>
                <a:cs typeface="Times New Roman" panose="02020603050405020304" charset="0"/>
                <a:sym typeface="+mn-ea"/>
              </a:rPr>
              <a:t>Week 2</a:t>
            </a:r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pic>
        <p:nvPicPr>
          <p:cNvPr id="4" name="Content Placeholder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315595" y="66040"/>
            <a:ext cx="11626850" cy="647636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pic>
        <p:nvPicPr>
          <p:cNvPr id="4" name="Content Placeholder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372745" y="236855"/>
            <a:ext cx="11311255" cy="622490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pic>
        <p:nvPicPr>
          <p:cNvPr id="4" name="Content Placeholder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327025" y="227330"/>
            <a:ext cx="11746865" cy="633031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pic>
        <p:nvPicPr>
          <p:cNvPr id="4" name="Content Placeholder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315595" y="104775"/>
            <a:ext cx="11704955" cy="647255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pic>
        <p:nvPicPr>
          <p:cNvPr id="4" name="Content Placeholder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371475" y="180340"/>
            <a:ext cx="11242675" cy="629158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pic>
        <p:nvPicPr>
          <p:cNvPr id="4" name="Content Placeholder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430530" y="189230"/>
            <a:ext cx="11591290" cy="6350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pic>
        <p:nvPicPr>
          <p:cNvPr id="4" name="Content Placeholder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344170" y="94615"/>
            <a:ext cx="11797030" cy="649224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pic>
        <p:nvPicPr>
          <p:cNvPr id="4" name="Content Placeholder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676275" y="0"/>
            <a:ext cx="11266170" cy="668147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pic>
        <p:nvPicPr>
          <p:cNvPr id="4" name="Content Placeholder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626110" y="287655"/>
            <a:ext cx="11148695" cy="628205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pic>
        <p:nvPicPr>
          <p:cNvPr id="4" name="Content Placeholder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572770" y="179705"/>
            <a:ext cx="11381740" cy="654812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pic>
        <p:nvPicPr>
          <p:cNvPr id="6" name="Content Placeholder 5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659130" y="217805"/>
            <a:ext cx="11238230" cy="621601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pic>
        <p:nvPicPr>
          <p:cNvPr id="4" name="Content Placeholder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353695" y="365125"/>
            <a:ext cx="10316210" cy="5310505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Content Placeholder 3"/>
          <p:cNvPicPr>
            <a:picLocks noChangeAspect="1"/>
          </p:cNvPicPr>
          <p:nvPr>
            <p:ph idx="1"/>
          </p:nvPr>
        </p:nvPicPr>
        <p:blipFill>
          <a:blip r:embed="rId1"/>
          <a:srcRect r="24242" b="8025"/>
          <a:stretch>
            <a:fillRect/>
          </a:stretch>
        </p:blipFill>
        <p:spPr>
          <a:xfrm>
            <a:off x="924560" y="273685"/>
            <a:ext cx="9878695" cy="6311265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pic>
        <p:nvPicPr>
          <p:cNvPr id="4" name="Content Placeholder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407670" y="246380"/>
            <a:ext cx="11401425" cy="6377305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pic>
        <p:nvPicPr>
          <p:cNvPr id="4" name="Content Placeholder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678180" y="294640"/>
            <a:ext cx="10674985" cy="6503035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pic>
        <p:nvPicPr>
          <p:cNvPr id="4" name="Content Placeholder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953770" y="365125"/>
            <a:ext cx="10618470" cy="641604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pic>
        <p:nvPicPr>
          <p:cNvPr id="4" name="Content Placeholder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646430" y="255905"/>
            <a:ext cx="10566400" cy="63627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pic>
        <p:nvPicPr>
          <p:cNvPr id="4" name="Content Placeholder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628015" y="365125"/>
            <a:ext cx="11249660" cy="5882005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Content Placeholder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421005" y="116840"/>
            <a:ext cx="11271885" cy="662432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pic>
        <p:nvPicPr>
          <p:cNvPr id="4" name="Content Placeholder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686435" y="365125"/>
            <a:ext cx="11186795" cy="562864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Content Placeholder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431800" y="441325"/>
            <a:ext cx="11397615" cy="5213985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Content Placeholder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541020" y="465455"/>
            <a:ext cx="11372215" cy="576834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Content Placeholder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2130425" y="883920"/>
            <a:ext cx="5819140" cy="4807585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pic>
        <p:nvPicPr>
          <p:cNvPr id="4" name="Content Placeholder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-85725" y="193040"/>
            <a:ext cx="12626340" cy="647192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Content Placeholder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209675" y="408940"/>
            <a:ext cx="8319770" cy="639953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pic>
        <p:nvPicPr>
          <p:cNvPr id="4" name="Content Placeholder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751205" y="365125"/>
            <a:ext cx="10669905" cy="633857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pic>
        <p:nvPicPr>
          <p:cNvPr id="4" name="Content Placeholder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49860" y="85090"/>
            <a:ext cx="11495405" cy="6508115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Content Placeholder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650240" y="0"/>
            <a:ext cx="9556750" cy="681101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>
                <a:latin typeface="Times New Roman" panose="02020603050405020304" charset="0"/>
                <a:cs typeface="Times New Roman" panose="02020603050405020304" charset="0"/>
                <a:sym typeface="+mn-ea"/>
              </a:rPr>
              <a:t>Next Lecture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marL="0" indent="0">
              <a:buNone/>
            </a:pPr>
            <a:r>
              <a:rPr lang="en-US">
                <a:latin typeface="Times New Roman" panose="02020603050405020304" charset="0"/>
                <a:cs typeface="Times New Roman" panose="02020603050405020304" charset="0"/>
              </a:rPr>
              <a:t>Types of constructors</a:t>
            </a:r>
            <a:endParaRPr lang="en-US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en-US">
                <a:latin typeface="Times New Roman" panose="02020603050405020304" charset="0"/>
                <a:cs typeface="Times New Roman" panose="02020603050405020304" charset="0"/>
              </a:rPr>
              <a:t>Inheritance </a:t>
            </a:r>
            <a:endParaRPr lang="en-US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78</Words>
  <Application>WPS Presentation</Application>
  <PresentationFormat>Widescreen</PresentationFormat>
  <Paragraphs>10</Paragraphs>
  <Slides>30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30</vt:i4>
      </vt:variant>
    </vt:vector>
  </HeadingPairs>
  <TitlesOfParts>
    <vt:vector size="39" baseType="lpstr">
      <vt:lpstr>Arial</vt:lpstr>
      <vt:lpstr>SimSun</vt:lpstr>
      <vt:lpstr>Wingdings</vt:lpstr>
      <vt:lpstr>Times New Roman</vt:lpstr>
      <vt:lpstr>Calibri Light</vt:lpstr>
      <vt:lpstr>Calibri</vt:lpstr>
      <vt:lpstr>Microsoft YaHei</vt:lpstr>
      <vt:lpstr>Arial Unicode MS</vt:lpstr>
      <vt:lpstr>Office Theme</vt:lpstr>
      <vt:lpstr>Visual Programming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Next Lecture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Visual Programming</dc:title>
  <dc:creator/>
  <cp:lastModifiedBy>Eeman Fatima</cp:lastModifiedBy>
  <cp:revision>8</cp:revision>
  <dcterms:created xsi:type="dcterms:W3CDTF">2025-02-18T05:29:00Z</dcterms:created>
  <dcterms:modified xsi:type="dcterms:W3CDTF">2025-02-22T12:46:01Z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61B4BDEDE1744405B16DF450091AF274_11</vt:lpwstr>
  </property>
  <property fmtid="{D5CDD505-2E9C-101B-9397-08002B2CF9AE}" pid="3" name="KSOProductBuildVer">
    <vt:lpwstr>1033-12.2.0.19805</vt:lpwstr>
  </property>
</Properties>
</file>